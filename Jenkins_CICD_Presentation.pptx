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011680"/>
            <a:ext cx="5486400" cy="54864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4572000" cy="45720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9436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065" y="701345"/>
            <a:ext cx="608990" cy="6089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691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5F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PROJECT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2103120"/>
            <a:ext cx="9601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Implementing a CI/CD Pipeline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Jenkins on AWS EC2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40080" y="388620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build and integration workflows using Jenkins, deployed 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 and integrated with GitHub source control.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0080" y="5074920"/>
            <a:ext cx="2926080" cy="0"/>
          </a:xfrm>
          <a:prstGeom prst="line">
            <a:avLst/>
          </a:prstGeom>
          <a:noFill/>
          <a:ln w="25400">
            <a:solidFill>
              <a:srgbClr val="5FD4C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5257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Poovizhi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0080" y="5623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AWS EC2 (Ubuntu)  |  Tool: Jenkins  |  VCS: GitHub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5F9FB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8059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450" y="1889150"/>
            <a:ext cx="473659" cy="47365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61848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600200" y="2039112"/>
            <a:ext cx="4069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5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set out to build, and why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63640" y="141732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5F9FB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92240" y="18059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5450" y="1889150"/>
            <a:ext cx="473659" cy="47365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15200" y="161848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315200" y="2039112"/>
            <a:ext cx="4069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5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EC2, Jenkins, and GitHub fit together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30632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5F9FB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77240" y="34518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50" y="3535070"/>
            <a:ext cx="473659" cy="47365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326440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Walkthrough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600200" y="3685032"/>
            <a:ext cx="4069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5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instance, Jenkins install, pipeline creation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263640" y="30632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5F9FB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492240" y="34518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5450" y="3535070"/>
            <a:ext cx="473659" cy="47365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315200" y="326440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Integration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7315200" y="3685032"/>
            <a:ext cx="4069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5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the pipeline to source control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548640" y="470916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5F9FB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777240" y="50977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450" y="5180990"/>
            <a:ext cx="473659" cy="473659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600200" y="491032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Fixes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1600200" y="5330952"/>
            <a:ext cx="4069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5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issues encountered and how they were resolved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6263640" y="470916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5F9FB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492240" y="50977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5450" y="5180990"/>
            <a:ext cx="473659" cy="473659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315200" y="491032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Demo</a:t>
            </a:r>
            <a:endParaRPr lang="en-US" sz="1600" dirty="0"/>
          </a:p>
        </p:txBody>
      </p:sp>
      <p:sp>
        <p:nvSpPr>
          <p:cNvPr id="32" name="Text 24"/>
          <p:cNvSpPr/>
          <p:nvPr/>
        </p:nvSpPr>
        <p:spPr>
          <a:xfrm>
            <a:off x="7315200" y="5330952"/>
            <a:ext cx="4069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5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final, working pipeline in action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CI/CD Pipeline on AWS  | 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64008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065" y="747065"/>
            <a:ext cx="608990" cy="6089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64592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320040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hands-on cloud computing assignment focused on real-world DevOps automation.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663440" y="82296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5"/>
          <p:cNvSpPr/>
          <p:nvPr/>
        </p:nvSpPr>
        <p:spPr>
          <a:xfrm>
            <a:off x="4663440" y="822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212080" y="768096"/>
            <a:ext cx="6309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and secure a cloud server on AWS EC2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4663440" y="187452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8"/>
          <p:cNvSpPr/>
          <p:nvPr/>
        </p:nvSpPr>
        <p:spPr>
          <a:xfrm>
            <a:off x="4663440" y="1874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212080" y="1819656"/>
            <a:ext cx="6309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and configure Jenkins as an automation server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4663440" y="292608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1"/>
          <p:cNvSpPr/>
          <p:nvPr/>
        </p:nvSpPr>
        <p:spPr>
          <a:xfrm>
            <a:off x="4663440" y="2926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212080" y="2871216"/>
            <a:ext cx="6309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working Pipeline project inside Jenkins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4663440" y="397764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4"/>
          <p:cNvSpPr/>
          <p:nvPr/>
        </p:nvSpPr>
        <p:spPr>
          <a:xfrm>
            <a:off x="4663440" y="3977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5212080" y="3922776"/>
            <a:ext cx="6309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the pipeline with a GitHub repository so code changes can be pulled and built automatically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CI/CD Pipeline on AWS  | 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5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pieces connect: source control, automation server, and cloud infrastructure.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00200" y="2606040"/>
            <a:ext cx="731520" cy="731520"/>
          </a:xfrm>
          <a:prstGeom prst="ellipse">
            <a:avLst/>
          </a:prstGeom>
          <a:solidFill>
            <a:srgbClr val="CFE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5298" y="2701138"/>
            <a:ext cx="541325" cy="5413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429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38404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5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+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5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Jenkinsfile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54880" y="237744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15000" y="2606040"/>
            <a:ext cx="731520" cy="731520"/>
          </a:xfrm>
          <a:prstGeom prst="ellipse">
            <a:avLst/>
          </a:prstGeom>
          <a:solidFill>
            <a:srgbClr val="CFE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098" y="2701138"/>
            <a:ext cx="541325" cy="5413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54880" y="3429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 EC2)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754880" y="38404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5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code,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5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pipeline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869680" y="237744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829800" y="2606040"/>
            <a:ext cx="731520" cy="731520"/>
          </a:xfrm>
          <a:prstGeom prst="ellipse">
            <a:avLst/>
          </a:prstGeom>
          <a:solidFill>
            <a:srgbClr val="CFE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4898" y="2701138"/>
            <a:ext cx="541325" cy="5413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69680" y="3429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869680" y="38404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5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server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5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Jenkins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3291840" y="3154680"/>
            <a:ext cx="1463040" cy="27432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20" name="Text 15"/>
          <p:cNvSpPr/>
          <p:nvPr/>
        </p:nvSpPr>
        <p:spPr>
          <a:xfrm>
            <a:off x="3246120" y="27889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5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 / Trigger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7406640" y="3154680"/>
            <a:ext cx="1463040" cy="27432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22" name="Text 17"/>
          <p:cNvSpPr/>
          <p:nvPr/>
        </p:nvSpPr>
        <p:spPr>
          <a:xfrm>
            <a:off x="7360920" y="27889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5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640080" y="46634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5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secured via Security Group rules: SSH (22), HTTP (80), HTTPS (443), Jenkins (8080).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CI/CD Pipeline on AWS  | 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 — Launching the EC2 Instance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403" y="1488643"/>
            <a:ext cx="405994" cy="40599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38988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Server 26.04 LTS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417320" y="170992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as the AMI (Free Tier eligible)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23317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403" y="2403043"/>
            <a:ext cx="405994" cy="40599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230428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Pair (RSA, .ppk)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417320" y="262432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for secure PuTTY access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40080" y="32461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03" y="3317443"/>
            <a:ext cx="405994" cy="40599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321868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417320" y="353872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SSH, HTTP, HTTPS, and port 8080 opened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5989320" y="1371600"/>
            <a:ext cx="5577840" cy="4251960"/>
          </a:xfrm>
          <a:prstGeom prst="roundRect">
            <a:avLst>
              <a:gd name="adj" fmla="val 860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52400" dist="50800" dir="5400000">
              <a:srgbClr val="000000">
                <a:alpha val="18000"/>
              </a:srgbClr>
            </a:outerShdw>
          </a:effectLst>
        </p:spPr>
      </p:sp>
      <p:pic>
        <p:nvPicPr>
          <p:cNvPr id="16" name="Image 3" descr="imgs/ec2_launch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554480"/>
            <a:ext cx="5212080" cy="293522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72200" y="45720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instance launched successfully</a:t>
            </a:r>
            <a:endParaRPr lang="en-US" sz="1150" dirty="0"/>
          </a:p>
        </p:txBody>
      </p:sp>
      <p:sp>
        <p:nvSpPr>
          <p:cNvPr id="18" name="Text 12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CI/CD Pipeline on AWS  | 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 — Installing &amp; Accessing Jenkins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80160" y="13716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via PuTTY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280160" y="16916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5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into the instance using the public IP and key pair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225856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258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221284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Java (OpenJDK 21)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280160" y="253288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5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runtime for Jenkins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09981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0998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3054096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Jenkins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280160" y="337413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5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official APT repository, started as a system service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94106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9410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80160" y="3895344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 &amp; Configure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280160" y="421538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5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admin password, suggested plugins, admin account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89320" y="1371600"/>
            <a:ext cx="5577840" cy="4251960"/>
          </a:xfrm>
          <a:prstGeom prst="roundRect">
            <a:avLst>
              <a:gd name="adj" fmla="val 860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52400" dist="50800" dir="5400000">
              <a:srgbClr val="000000">
                <a:alpha val="18000"/>
              </a:srgbClr>
            </a:outerShdw>
          </a:effectLst>
        </p:spPr>
      </p:sp>
      <p:pic>
        <p:nvPicPr>
          <p:cNvPr id="20" name="Image 0" descr="imgs/jenkins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554480"/>
            <a:ext cx="5212080" cy="2935224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172200" y="45720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dashboard after successful setup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CI/CD Pipeline on AWS  | 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 — GitHub Integration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5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was configured to pull its pipeline definition directly from source control.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02920" cy="502920"/>
          </a:xfrm>
          <a:prstGeom prst="ellipse">
            <a:avLst/>
          </a:prstGeom>
          <a:solidFill>
            <a:srgbClr val="CFE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460" y="1985620"/>
            <a:ext cx="372161" cy="3721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90195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created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371600" y="221284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GitHub repo: jenkins-cicd-project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2880360"/>
            <a:ext cx="502920" cy="502920"/>
          </a:xfrm>
          <a:prstGeom prst="ellipse">
            <a:avLst/>
          </a:prstGeom>
          <a:solidFill>
            <a:srgbClr val="CFEFF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460" y="2945740"/>
            <a:ext cx="372161" cy="37216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86207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Jenkinsfile committed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371600" y="317296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the pipeline stages (Hello, Build)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0080" y="3840480"/>
            <a:ext cx="502920" cy="502920"/>
          </a:xfrm>
          <a:prstGeom prst="ellipse">
            <a:avLst/>
          </a:prstGeom>
          <a:solidFill>
            <a:srgbClr val="CFEFF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60" y="3905860"/>
            <a:ext cx="372161" cy="37216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82219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reconfigured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371600" y="413308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“Pipeline script from SCM” pointing to the repo, branch main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989320" y="1371600"/>
            <a:ext cx="5577840" cy="4251960"/>
          </a:xfrm>
          <a:prstGeom prst="roundRect">
            <a:avLst>
              <a:gd name="adj" fmla="val 860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52400" dist="50800" dir="5400000">
              <a:srgbClr val="000000">
                <a:alpha val="18000"/>
              </a:srgbClr>
            </a:outerShdw>
          </a:effectLst>
        </p:spPr>
      </p:sp>
      <p:pic>
        <p:nvPicPr>
          <p:cNvPr id="17" name="Image 3" descr="imgs/github_rep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554480"/>
            <a:ext cx="5212080" cy="293522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172200" y="45720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 with Jenkinsfile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CI/CD Pipeline on AWS  | 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How They Were Solved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9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rgbClr val="CFE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762963"/>
            <a:ext cx="405994" cy="40599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37744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version mismatch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92608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Issue: </a:t>
            </a:r>
            <a:pPr indent="0" marL="0">
              <a:buNone/>
            </a:pPr>
            <a:r>
              <a:rPr lang="en-US" sz="1150" dirty="0">
                <a:solidFill>
                  <a:srgbClr val="45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required Java 21; server had Java 17 installed.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22960" y="384048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pPr indent="0" marL="0">
              <a:buNone/>
            </a:pPr>
            <a:r>
              <a:rPr lang="en-US" sz="1150" dirty="0">
                <a:solidFill>
                  <a:srgbClr val="45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OpenJDK 21 and set it as the default Java version.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9120" y="141732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9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1691640"/>
            <a:ext cx="548640" cy="548640"/>
          </a:xfrm>
          <a:prstGeom prst="ellipse">
            <a:avLst/>
          </a:prstGeom>
          <a:solidFill>
            <a:srgbClr val="CFE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4763" y="1762963"/>
            <a:ext cx="405994" cy="4059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237744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GPG key errors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63440" y="292608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Issue: </a:t>
            </a:r>
            <a:pPr indent="0" marL="0">
              <a:buNone/>
            </a:pPr>
            <a:r>
              <a:rPr lang="en-US" sz="1150" dirty="0">
                <a:solidFill>
                  <a:srgbClr val="45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Jenkins' package repository key had rotated, breaking installation.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4663440" y="384048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pPr indent="0" marL="0">
              <a:buNone/>
            </a:pPr>
            <a:r>
              <a:rPr lang="en-US" sz="1150" dirty="0">
                <a:solidFill>
                  <a:srgbClr val="45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Downloaded the current signing key and re-added the APT repository.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229600" y="141732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9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503920" y="1691640"/>
            <a:ext cx="548640" cy="548640"/>
          </a:xfrm>
          <a:prstGeom prst="ellipse">
            <a:avLst/>
          </a:prstGeom>
          <a:solidFill>
            <a:srgbClr val="CFE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5243" y="1762963"/>
            <a:ext cx="405994" cy="40599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03920" y="237744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kept going offline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503920" y="292608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Issue: </a:t>
            </a:r>
            <a:pPr indent="0" marL="0">
              <a:buNone/>
            </a:pPr>
            <a:r>
              <a:rPr lang="en-US" sz="1150" dirty="0">
                <a:solidFill>
                  <a:srgbClr val="45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free space in /tmp repeatedly took the Jenkins node offline.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8503920" y="384048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pPr indent="0" marL="0">
              <a:buNone/>
            </a:pPr>
            <a:r>
              <a:rPr lang="en-US" sz="1150" dirty="0">
                <a:solidFill>
                  <a:srgbClr val="45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Resized the EBS volume and adjusted the temp-space monitor threshold.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CI/CD Pipeline on AWS  |  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Pipeline Success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clones the GitHub repository, checks out the latest commit, and executes both stages end to end.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6189" y="2196389"/>
            <a:ext cx="270662" cy="2706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2130552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cloned from GitHub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74320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189" y="2790749"/>
            <a:ext cx="270662" cy="27066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2724912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commit checked out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48640" y="333756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189" y="3385109"/>
            <a:ext cx="270662" cy="27066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51560" y="3319272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 + Build stages executed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548640" y="393192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9" y="3979469"/>
            <a:ext cx="270662" cy="27066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51560" y="3913632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Finished: SUCCESS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5760720" y="1051560"/>
            <a:ext cx="5852160" cy="5029200"/>
          </a:xfrm>
          <a:prstGeom prst="roundRect">
            <a:avLst>
              <a:gd name="adj" fmla="val 727"/>
            </a:avLst>
          </a:prstGeom>
          <a:solidFill>
            <a:srgbClr val="0B1E3A"/>
          </a:solidFill>
          <a:ln/>
          <a:effectLst>
            <a:outerShdw sx="100000" sy="100000" kx="0" ky="0" algn="bl" rotWithShape="0" blurRad="177800" dist="50800" dir="5400000">
              <a:srgbClr val="000000">
                <a:alpha val="25000"/>
              </a:srgbClr>
            </a:outerShdw>
          </a:effectLst>
        </p:spPr>
      </p:sp>
      <p:pic>
        <p:nvPicPr>
          <p:cNvPr id="17" name="Image 4" descr="imgs/final_succes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1234440"/>
            <a:ext cx="5486400" cy="309067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943600" y="4434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F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output: Finished: SUCCESS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CI/CD Pipeline on AWS  |  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637276" y="82296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6148" y="941832"/>
            <a:ext cx="676656" cy="6766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1965960"/>
            <a:ext cx="12188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371600" y="2743200"/>
            <a:ext cx="94457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working CI/CD pipeline was built end-to-end: an AWS EC2-hosted Jenkins server</a:t>
            </a:r>
            <a:endParaRPr lang="en-US" sz="15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automatically pulls pipeline definitions from GitHub and runs them on demand.</a:t>
            </a:r>
            <a:endParaRPr lang="en-US" sz="15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— provisioning, installation, configuration, and integration — was completed</a:t>
            </a:r>
            <a:endParaRPr lang="en-US" sz="15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verified.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997196" y="4434840"/>
            <a:ext cx="2194560" cy="0"/>
          </a:xfrm>
          <a:prstGeom prst="line">
            <a:avLst/>
          </a:prstGeom>
          <a:noFill/>
          <a:ln w="25400">
            <a:solidFill>
              <a:srgbClr val="5FD4C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0" y="466344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FD4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0" y="52120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Poovizhi  |  Cloud Computing Project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CI/CD Pipeline with Jenkins on AWS EC2</dc:title>
  <dc:subject>PptxGenJS Presentation</dc:subject>
  <dc:creator>Poovizhi</dc:creator>
  <cp:lastModifiedBy>Poovizhi</cp:lastModifiedBy>
  <cp:revision>1</cp:revision>
  <dcterms:created xsi:type="dcterms:W3CDTF">2026-07-06T08:27:40Z</dcterms:created>
  <dcterms:modified xsi:type="dcterms:W3CDTF">2026-07-06T08:27:40Z</dcterms:modified>
</cp:coreProperties>
</file>